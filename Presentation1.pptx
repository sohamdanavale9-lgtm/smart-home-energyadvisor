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140D-C2C8-477C-B271-42885C6CE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52B83-2B30-4A5A-A65B-5946F0EF1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903FC-63E6-47F6-9DE4-4584528B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42F20-968D-4C1B-A495-7014F190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D749A-C97A-4739-870D-FA6F5664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FCE7-91CB-4958-8EF6-824B28BB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F64B0-224A-4B7C-8722-5F768A86D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FBF2-5183-41DE-9736-BB0A20E9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B6AFA-8D9E-4931-AAF2-5DE04C4F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70-5334-4297-B824-2D406C2E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86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EA10-FD3F-48CF-93B7-1F0A77A4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FFDC9-1573-4FAF-928B-73EC55E5E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9E733-5ACF-49BB-938E-0E000073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C510-872F-4EAE-810B-F1F5D9A8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FE17B-6D2D-4CF7-903C-9BEF9758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97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E049-8CE0-4E53-991B-BDC7C906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83AF-EC31-455A-8E0D-951E4B1E3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B9367-76AE-4850-A7B4-C111A1522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6D523-2912-4603-8967-E55957FC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D3848-632D-4A2D-A754-54B1C26A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DC256-D454-489E-A5F8-10FA45E0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05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8DBE-DA0F-4295-8A89-855EF82F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62490-8E43-428A-B0A4-14F39A966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53D43-15CD-437B-8300-8F859E3C9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219EC-28D3-46BF-A47B-D0E01EA03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84FEB-C8DC-4E25-A12F-8DD03E5C7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EB22B-5BFB-4CE7-B879-6763509E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746C7-931C-4714-B2C5-E79FBEBA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5F922-E04C-476C-B90F-25CCD709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4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1FAE-784E-4805-A04E-6C0B6F4A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F64AA-BB0B-401D-9044-B69DC664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A5BA6-8F10-44BF-8255-14E5F8AB4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23B09-010C-47AA-8491-178E8DB4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1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2BBAF-B767-4CF2-99DA-9E228D0E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2EAF3-34E2-4BBE-878E-70237F783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9A6E5-9703-4BEA-9FC0-5C86C2E1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30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91EC-1696-4EEA-94FD-31C700704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B4DC-C28D-49F2-BCE8-6451EF3A3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4E952-9417-4E9C-9050-89503036C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C307D-7EA1-4997-8A0C-D0E45A36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7FEF1-E4AE-422E-B7C0-DBF39392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30ACE-6D69-4421-A80D-7108C7DB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54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45E3-C4F7-4E65-96F9-48F08B275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FA233-F787-4D8C-8472-F198A2434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D81B5-3465-47F6-8A98-61280DCB8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C2C6C-B8B1-406E-AF27-A9A10A4C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88856-C60B-446A-BA35-BC0D468B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EB526-F94F-4721-99D3-7D10E69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48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9FDA-E509-4AA8-97F0-7300F3B2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B8DC4-DCE6-472B-9F52-E456A9085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4C19D-7652-4CF0-9597-4F4F2B73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31CAC-8005-46F8-B2EA-628D978A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F7FB0-8C95-43DC-BECB-EE55B860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94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0CB95-4051-4C89-A7DE-A3DDAF29E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8818F-8F06-4307-AF7A-558FE5603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5F1E0-0954-4CF8-B265-6A663136E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12D21-FF99-46A4-9F3B-6000E61D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46E89-19D0-471B-A34A-4BDDF374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21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A8A8B-758B-4B68-8C59-5D610C955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7028B-CC80-4634-9CF0-70843D80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0C11B-489C-4695-A76D-09EC4AE1F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F8F78-1817-4E06-BCBC-2984AE19E23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B932-E964-4B7C-B4E2-B86612BF8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9FBEB-73EF-4891-998F-0A4E132B7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50AD0-7802-40FD-AE0F-25206E6F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9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5B444-E468-4096-9A67-9D820A4E8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520700"/>
            <a:ext cx="10782299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0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A811C8-F67E-4718-A378-543A0F60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0" y="344557"/>
            <a:ext cx="10535477" cy="610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4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A2A0A3-74E3-4B9C-93D7-3E2F012A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" y="516835"/>
            <a:ext cx="9210261" cy="56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7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E2DEC-4E46-409D-A29C-D116CAA79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39" y="596348"/>
            <a:ext cx="8772603" cy="494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66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B5519E-6DCC-4EE6-A9EE-7F58B527B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0" y="331304"/>
            <a:ext cx="9448800" cy="551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7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1954E6-A288-4614-BDB4-78D83E77B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3" y="477079"/>
            <a:ext cx="10283687" cy="54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3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D88BD5-8D25-4FC4-994B-7E6DF2096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61" y="662609"/>
            <a:ext cx="10363200" cy="56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9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A6382-9DF6-4919-B2D8-F3B2205CC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09" y="490330"/>
            <a:ext cx="10429461" cy="57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CD807-CA8E-45CB-B94F-2E0510638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1" y="711200"/>
            <a:ext cx="8622178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6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17A9E-3466-4EFC-835A-ED11FDC3F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482600"/>
            <a:ext cx="861741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7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BA847-6395-408D-8CD4-D1D759A6A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671127"/>
            <a:ext cx="9791700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60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4801A39-0077-480A-AAD6-0CDA41AC5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28398"/>
            <a:ext cx="117983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GitHub Repository Format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Github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URL: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https://github.com/sohamdanavale9-lgtm/Smart-Home-EnergyAdvisor.git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Ensure your repository contains: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app.json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(Orchestration export)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smarthomeadvisor.pdf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(Project report)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projectpresentation.pptx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(PowerPoint deck)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Source code files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/ React front-end application)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Future 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Grid Demand-Response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– Future iterations will connect directly with local power grid APIs, allowing homeowners to participate in monetary kick-back programs by shedding high loads automatically during emergency brownouts.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Machine-Learning Powered Predictive Maintenance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– Analyze fine-grained smart plug current and voltage readings to spot anomalies in appliance degradation, prompting users before major home systems (like HVAC compressors) break down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7564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E7E5-57E9-46BB-A6FA-C4E0DD8EE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"/>
            <a:ext cx="9906000" cy="660399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 Black" panose="020B0A04020102020204" pitchFamily="34" charset="0"/>
              </a:rPr>
              <a:t>CERTIFICATE EARNED: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B6CB3-AEE5-48D7-B0A8-D11754CF2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300" y="800100"/>
            <a:ext cx="11023600" cy="558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F2CD2-782B-44EF-9833-2D494715D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909286"/>
            <a:ext cx="10680700" cy="547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40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D63787-0878-4607-8E29-7FF732C04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0"/>
            <a:ext cx="10960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2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1CF0A-E0A8-4C47-8724-77379F7D8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317500"/>
            <a:ext cx="11137900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22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D986E8-6AC5-41DA-84EC-304377064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1714500"/>
            <a:ext cx="66548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39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123</Words>
  <Application>Microsoft Office PowerPoint</Application>
  <PresentationFormat>Widescreen</PresentationFormat>
  <Paragraphs>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CERTIFICATE EARNED: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2026-07-15T04:40:14Z</dcterms:created>
  <dcterms:modified xsi:type="dcterms:W3CDTF">2026-07-15T05:55:47Z</dcterms:modified>
</cp:coreProperties>
</file>